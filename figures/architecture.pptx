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230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selection and update loop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783080" y="3086100"/>
            <a:ext cx="32004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2926080" y="3470148"/>
            <a:ext cx="0" cy="54864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749040" y="3086100"/>
            <a:ext cx="32004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715000" y="3086100"/>
            <a:ext cx="32004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26680" y="3086100"/>
            <a:ext cx="32004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601200" y="3086100"/>
            <a:ext cx="32004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835640" y="3470148"/>
            <a:ext cx="0" cy="54864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823960" y="3470148"/>
            <a:ext cx="0" cy="89611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921240" y="4366260"/>
            <a:ext cx="-5029200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892040" y="4366260"/>
            <a:ext cx="0" cy="-896112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5760" y="2702052"/>
            <a:ext cx="14173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702052"/>
            <a:ext cx="13441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2702052"/>
            <a:ext cx="16459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9696" y="2702052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archetypes,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score-band share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03120" y="4018788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9696" y="401878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opponent pool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69080" y="2702052"/>
            <a:ext cx="16459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05656" y="2702052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match history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top submissions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2702052"/>
            <a:ext cx="16916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1616" y="2702052"/>
            <a:ext cx="1618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60 cards,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into variants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0" y="2702052"/>
            <a:ext cx="15544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83296" y="2702052"/>
            <a:ext cx="1481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players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switched variants?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21240" y="2702052"/>
            <a:ext cx="1828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57816" y="2702052"/>
            <a:ext cx="17556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new-variant replays,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retrain, update the deck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921240" y="4018788"/>
            <a:ext cx="1828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57816" y="4018788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by direct play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582912" y="27386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869680" y="35433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No: keep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9888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— one decision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267712" y="2747772"/>
            <a:ext cx="3566160" cy="1691640"/>
          </a:xfrm>
          <a:prstGeom prst="rect">
            <a:avLst/>
          </a:prstGeom>
          <a:solidFill>
            <a:srgbClr val="DEEBF7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95728" y="285750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5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encoding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67712" y="44851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 404 dims → Linear 404→256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65008" y="3589020"/>
            <a:ext cx="329184" cy="-31089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065008" y="3589020"/>
            <a:ext cx="329184" cy="603504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692640" y="3232404"/>
            <a:ext cx="347472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" y="2656332"/>
            <a:ext cx="1234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2656332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state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314700"/>
            <a:ext cx="1234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3314700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options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973068"/>
            <a:ext cx="1234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3973068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context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55648" y="3396996"/>
            <a:ext cx="384048" cy="384048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14016" y="3332988"/>
            <a:ext cx="10424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3332988"/>
            <a:ext cx="969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29584" y="3332988"/>
            <a:ext cx="10424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332988"/>
            <a:ext cx="969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45152" y="3332988"/>
            <a:ext cx="10424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332988"/>
            <a:ext cx="969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3396996"/>
            <a:ext cx="384048" cy="384048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0528" y="3214116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3214116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90488" y="40005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x6 layers, d=256, 8 heads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94192" y="2903220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0768" y="2903220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Head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74152" y="359816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256→64→1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394192" y="3918204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9AA0A6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8430768" y="3918204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Head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74152" y="461314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used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040112" y="2848356"/>
            <a:ext cx="1783080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76688" y="2848356"/>
            <a:ext cx="17099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action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720072" y="365302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argmax over K options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916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pipeline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669280" y="2857500"/>
            <a:ext cx="32004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7269480" y="2857500"/>
            <a:ext cx="32004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778240" y="2857500"/>
            <a:ext cx="502920" cy="52578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669280" y="4457700"/>
            <a:ext cx="32004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269480" y="4457700"/>
            <a:ext cx="32004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778240" y="4457700"/>
            <a:ext cx="502920" cy="-52578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652760" y="3657600"/>
            <a:ext cx="27432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" y="3273552"/>
            <a:ext cx="12344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3273552"/>
            <a:ext cx="11612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Top-player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3465576"/>
            <a:ext cx="384048" cy="384048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40280" y="3273552"/>
            <a:ext cx="14630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76856" y="3273552"/>
            <a:ext cx="13898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3465576"/>
            <a:ext cx="384048" cy="384048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251460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5696" y="2514600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69080" y="32369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14,459 games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251460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2514600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32369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6,569 games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89520" y="25146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6096" y="25146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WiSE-FT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32369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0.5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0" y="411480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25696" y="4114800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69080" y="48371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14,459 games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89320" y="411480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25896" y="4114800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48371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6,569 games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89520" y="41148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26096" y="41148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WiSE-FT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69480" y="48371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0.5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281160" y="3273552"/>
            <a:ext cx="1371600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17736" y="3273552"/>
            <a:ext cx="1298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961120" y="4078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average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927080" y="3273552"/>
            <a:ext cx="1051560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63656" y="3273552"/>
            <a:ext cx="978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89120" y="22585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42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89120" y="38587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2026-08-20T21:51:08Z</dcterms:created>
  <dcterms:modified xsi:type="dcterms:W3CDTF">2026-08-20T21:51:08Z</dcterms:modified>
</cp:coreProperties>
</file>